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0" r:id="rId8"/>
    <p:sldId id="261" r:id="rId9"/>
    <p:sldId id="262" r:id="rId10"/>
    <p:sldId id="267" r:id="rId11"/>
    <p:sldId id="268" r:id="rId12"/>
    <p:sldId id="269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A8E0E3F-E04D-4534-8A80-1E8B40E30727}">
          <p14:sldIdLst>
            <p14:sldId id="256"/>
            <p14:sldId id="257"/>
            <p14:sldId id="258"/>
          </p14:sldIdLst>
        </p14:section>
        <p14:section name="Untitled Section" id="{6A299C71-8177-4C30-8406-9C5D13EBAAD6}">
          <p14:sldIdLst>
            <p14:sldId id="265"/>
            <p14:sldId id="259"/>
            <p14:sldId id="266"/>
            <p14:sldId id="260"/>
            <p14:sldId id="261"/>
            <p14:sldId id="262"/>
            <p14:sldId id="267"/>
            <p14:sldId id="268"/>
            <p14:sldId id="269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4EBF2D-8610-483F-BAE3-14B2BBF48503}" v="2" dt="2026-02-19T05:43:07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pbox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/>
          <a:lstStyle/>
          <a:p>
            <a:r>
              <a:rPr lang="en-IN" dirty="0"/>
              <a:t>&lt; </a:t>
            </a:r>
            <a:r>
              <a:rPr lang="en-IN" dirty="0" err="1"/>
              <a:t>Navizo</a:t>
            </a:r>
            <a:r>
              <a:rPr lang="en-IN" dirty="0"/>
              <a:t>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Pragya Mridu</a:t>
            </a:r>
          </a:p>
          <a:p>
            <a:r>
              <a:rPr lang="en-IN" dirty="0"/>
              <a:t>2427030553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Ashish Kumar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2" y="365125"/>
            <a:ext cx="7420897" cy="1325563"/>
          </a:xfrm>
        </p:spPr>
        <p:txBody>
          <a:bodyPr/>
          <a:lstStyle/>
          <a:p>
            <a:pPr algn="just"/>
            <a:r>
              <a:rPr lang="en-IN" dirty="0">
                <a:latin typeface="Adelle EB" panose="02000503000000020004" pitchFamily="50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C3DCE19-EB5D-9AED-ED30-7BF1273A4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Locating people in dynamic environments?</a:t>
            </a:r>
          </a:p>
          <a:p>
            <a:pPr marL="0" indent="0">
              <a:buNone/>
            </a:pPr>
            <a:r>
              <a:rPr lang="en-US" b="1" dirty="0"/>
              <a:t>Coordinating meetings? </a:t>
            </a:r>
          </a:p>
          <a:p>
            <a:pPr marL="0" indent="0">
              <a:buNone/>
            </a:pPr>
            <a:r>
              <a:rPr lang="en-US" b="1" dirty="0"/>
              <a:t>“Where is everyone” “Where is the meeting”? </a:t>
            </a:r>
          </a:p>
          <a:p>
            <a:pPr marL="0" indent="0" algn="just">
              <a:buNone/>
            </a:pPr>
            <a:r>
              <a:rPr lang="en-US" dirty="0"/>
              <a:t>These questions have become increasingly challenging.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Whether in colleges, offices, events, or public spaces, individuals struggle to find peers, track changing meeting locations, and navigate efficiently.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5B82-8B0E-7590-A7FC-04D16D421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Existing tools like </a:t>
            </a:r>
            <a:r>
              <a:rPr lang="en-US" b="1" dirty="0"/>
              <a:t>messaging apps</a:t>
            </a:r>
            <a:r>
              <a:rPr lang="en-US" dirty="0"/>
              <a:t>, </a:t>
            </a:r>
            <a:r>
              <a:rPr lang="en-US" b="1" dirty="0"/>
              <a:t>calendars</a:t>
            </a:r>
            <a:r>
              <a:rPr lang="en-US" dirty="0"/>
              <a:t>, and </a:t>
            </a:r>
            <a:r>
              <a:rPr lang="en-US" b="1" dirty="0"/>
              <a:t>maps</a:t>
            </a:r>
            <a:r>
              <a:rPr lang="en-US" dirty="0"/>
              <a:t> often work individually and do not provide a unified, real-time solution.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This project proposes the development of a </a:t>
            </a:r>
            <a:r>
              <a:rPr lang="en-US" b="1" dirty="0"/>
              <a:t>smart, AI-driven platform</a:t>
            </a:r>
            <a:r>
              <a:rPr lang="en-US" dirty="0"/>
              <a:t> that combines live location tracking, group coordination, and intelligent navigation to simplify human interactions in real world.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b="1" dirty="0"/>
              <a:t>Messaging apps + </a:t>
            </a:r>
            <a:r>
              <a:rPr lang="en-US" sz="3200" b="1" dirty="0" err="1"/>
              <a:t>calenders</a:t>
            </a:r>
            <a:r>
              <a:rPr lang="en-US" sz="3200" b="1" dirty="0"/>
              <a:t> + maps </a:t>
            </a:r>
          </a:p>
        </p:txBody>
      </p:sp>
    </p:spTree>
    <p:extLst>
      <p:ext uri="{BB962C8B-B14F-4D97-AF65-F5344CB8AC3E}">
        <p14:creationId xmlns:p14="http://schemas.microsoft.com/office/powerpoint/2010/main" val="193081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Research shows that real-time location-sharing applications like </a:t>
            </a:r>
            <a:r>
              <a:rPr lang="en-US" b="1" dirty="0"/>
              <a:t>Life360 </a:t>
            </a:r>
            <a:r>
              <a:rPr lang="en-US" dirty="0"/>
              <a:t>and </a:t>
            </a:r>
            <a:r>
              <a:rPr lang="en-US" b="1" dirty="0"/>
              <a:t>Google Maps  </a:t>
            </a:r>
            <a:r>
              <a:rPr lang="en-US" dirty="0"/>
              <a:t>do</a:t>
            </a:r>
            <a:r>
              <a:rPr lang="en-US" b="1" dirty="0"/>
              <a:t> </a:t>
            </a:r>
            <a:r>
              <a:rPr lang="en-US" dirty="0"/>
              <a:t>provide basic tracking and navigation but they lack in group coordination and managing meetings.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Collaboration tools such as </a:t>
            </a:r>
            <a:r>
              <a:rPr lang="en-US" b="1" dirty="0"/>
              <a:t>Microsoft Teams </a:t>
            </a:r>
            <a:r>
              <a:rPr lang="en-US" dirty="0"/>
              <a:t>or </a:t>
            </a:r>
            <a:r>
              <a:rPr lang="en-US" b="1" dirty="0"/>
              <a:t>Slack focus </a:t>
            </a:r>
            <a:r>
              <a:rPr lang="en-US" dirty="0"/>
              <a:t>on communication but do not provide navigation support.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Communication platforms like </a:t>
            </a:r>
            <a:r>
              <a:rPr lang="en-US" b="1" dirty="0"/>
              <a:t>WhatsApp </a:t>
            </a:r>
            <a:r>
              <a:rPr lang="en-US" dirty="0"/>
              <a:t>offer features such as live location sharing, calls, and group chats but they lack options for scheduling and managing meetings efficiently.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FF2EB-8407-FDEA-3315-D87FE248C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8594"/>
            <a:ext cx="10515600" cy="55083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Recent studies emphasize the need for </a:t>
            </a:r>
            <a:r>
              <a:rPr lang="en-US" b="1" dirty="0"/>
              <a:t>context-aware, AI-driven systems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can provide </a:t>
            </a:r>
            <a:r>
              <a:rPr lang="en-US" b="1" dirty="0"/>
              <a:t>predictive notifications, indoor navigation, and location-based coordination.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Combining these features in a single platform can </a:t>
            </a:r>
            <a:r>
              <a:rPr lang="en-US" b="1" dirty="0"/>
              <a:t>enhance efficiency</a:t>
            </a:r>
            <a:r>
              <a:rPr lang="en-US" dirty="0"/>
              <a:t>, </a:t>
            </a:r>
            <a:r>
              <a:rPr lang="en-US" b="1" dirty="0"/>
              <a:t>reduce delays</a:t>
            </a:r>
            <a:r>
              <a:rPr lang="en-US" dirty="0"/>
              <a:t>, and </a:t>
            </a:r>
            <a:r>
              <a:rPr lang="en-US" b="1" dirty="0"/>
              <a:t>improve social and professional interactions.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376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social and professional interactions are increasing there is not a </a:t>
            </a:r>
            <a:r>
              <a:rPr lang="en-US" b="1" dirty="0"/>
              <a:t>single system that links live locations, group coordination, and smart navigation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This gap leads to confusion, delays, and inefficiency. A unified, AI-driven platform is needed to simplify how people connect, navigate, and interact in physical environments such as college campuses, workplaces, events, or public spaces.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Real-time </a:t>
            </a:r>
            <a:r>
              <a:rPr lang="en-US" b="1" dirty="0"/>
              <a:t>location sharing, pings and calls</a:t>
            </a:r>
            <a:r>
              <a:rPr lang="en-US" dirty="0"/>
              <a:t> among group members.</a:t>
            </a:r>
          </a:p>
          <a:p>
            <a:pPr lvl="0"/>
            <a:r>
              <a:rPr lang="en-US" b="1" dirty="0"/>
              <a:t>Meeting and event management</a:t>
            </a:r>
            <a:r>
              <a:rPr lang="en-US" dirty="0"/>
              <a:t>, including notifications for start, end, or location changes.</a:t>
            </a:r>
          </a:p>
          <a:p>
            <a:pPr lvl="0"/>
            <a:r>
              <a:rPr lang="en-US" b="1" dirty="0"/>
              <a:t>Smart navigation</a:t>
            </a:r>
            <a:r>
              <a:rPr lang="en-US" dirty="0"/>
              <a:t> with route guidance within campus, office, or public spaces.</a:t>
            </a:r>
          </a:p>
          <a:p>
            <a:r>
              <a:rPr lang="en-US" b="1" dirty="0"/>
              <a:t>Context-aware AI features</a:t>
            </a:r>
            <a:r>
              <a:rPr lang="en-US" dirty="0"/>
              <a:t>, such as predictive notifications and nearby peer suggestions.</a:t>
            </a:r>
          </a:p>
          <a:p>
            <a:r>
              <a:rPr lang="en-US" b="1" dirty="0"/>
              <a:t>Creating groups </a:t>
            </a:r>
            <a:r>
              <a:rPr lang="en-US" dirty="0"/>
              <a:t>for repetitive meet ups.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45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To develop a unified platform integrating all </a:t>
            </a:r>
            <a:r>
              <a:rPr lang="en-US" b="1" dirty="0"/>
              <a:t>live location tracking, group coordination and smart navigation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Incorporate</a:t>
            </a:r>
            <a:r>
              <a:rPr lang="en-US" b="1" dirty="0"/>
              <a:t> real-time communication and movement tracking</a:t>
            </a:r>
            <a:r>
              <a:rPr lang="en-US" dirty="0"/>
              <a:t> for individuals and teams.</a:t>
            </a:r>
          </a:p>
          <a:p>
            <a:pPr lvl="0"/>
            <a:r>
              <a:rPr lang="en-US" dirty="0"/>
              <a:t>Using  </a:t>
            </a:r>
            <a:r>
              <a:rPr lang="en-US" b="1" dirty="0"/>
              <a:t>AI-based automation</a:t>
            </a:r>
            <a:r>
              <a:rPr lang="en-US" dirty="0"/>
              <a:t> for meeting alerts, location updates, and whereabouts of peers.</a:t>
            </a:r>
          </a:p>
          <a:p>
            <a:pPr lvl="0"/>
            <a:r>
              <a:rPr lang="en-US" dirty="0"/>
              <a:t>Improve </a:t>
            </a:r>
            <a:r>
              <a:rPr lang="en-US" b="1" dirty="0"/>
              <a:t>efficiency, connectivity and user experience</a:t>
            </a:r>
            <a:r>
              <a:rPr lang="en-US" dirty="0"/>
              <a:t> by reducing confusion and delays during public or professional interactions.</a:t>
            </a:r>
          </a:p>
          <a:p>
            <a:pPr marL="0" lv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F070-C1F7-E7C9-EA64-43549665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Planning of Work / 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1CB6-92FB-197B-FFFF-B9C97CAE4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Requirement Study  </a:t>
            </a:r>
          </a:p>
          <a:p>
            <a:pPr marL="0" indent="0">
              <a:buNone/>
            </a:pPr>
            <a:r>
              <a:rPr lang="en-US" dirty="0"/>
              <a:t>– Understand user needs: finding friends, indoor guidance, offline     mode  </a:t>
            </a:r>
          </a:p>
          <a:p>
            <a:pPr marL="0" indent="0">
              <a:buNone/>
            </a:pPr>
            <a:r>
              <a:rPr lang="en-US" dirty="0"/>
              <a:t>– Study existing apps and identify gaps  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2. System Design  </a:t>
            </a:r>
          </a:p>
          <a:p>
            <a:pPr marL="0" indent="0">
              <a:buNone/>
            </a:pPr>
            <a:r>
              <a:rPr lang="en-US" dirty="0"/>
              <a:t>– Create simple user flow screens  </a:t>
            </a:r>
          </a:p>
          <a:p>
            <a:pPr marL="0" indent="0">
              <a:buNone/>
            </a:pPr>
            <a:r>
              <a:rPr lang="en-US" dirty="0"/>
              <a:t>– Plan online, offline, and indoor navigation modes  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655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828E-6B67-0DDD-37F7-110C8A65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-265470"/>
            <a:ext cx="10515600" cy="1278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DB076-2E81-A96B-FAE2-CEC62A083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502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400" dirty="0"/>
              <a:t>3. Technology Selection  </a:t>
            </a:r>
          </a:p>
          <a:p>
            <a:pPr marL="0" indent="0">
              <a:buNone/>
            </a:pPr>
            <a:r>
              <a:rPr lang="en-US" sz="3400" dirty="0"/>
              <a:t>– Mobile app (Flutter/Android)  </a:t>
            </a:r>
          </a:p>
          <a:p>
            <a:pPr marL="0" indent="0">
              <a:buNone/>
            </a:pPr>
            <a:r>
              <a:rPr lang="en-US" sz="3400" dirty="0"/>
              <a:t>– Google Maps/</a:t>
            </a:r>
            <a:r>
              <a:rPr lang="en-US" sz="3400" dirty="0" err="1"/>
              <a:t>Mapbox</a:t>
            </a:r>
            <a:r>
              <a:rPr lang="en-US" sz="3400" dirty="0"/>
              <a:t>  </a:t>
            </a:r>
          </a:p>
          <a:p>
            <a:pPr marL="0" indent="0">
              <a:buNone/>
            </a:pPr>
            <a:r>
              <a:rPr lang="en-US" sz="3400" dirty="0"/>
              <a:t>– Bluetooth + Wi-Fi Direct  </a:t>
            </a:r>
          </a:p>
          <a:p>
            <a:pPr marL="0" indent="0">
              <a:buNone/>
            </a:pPr>
            <a:r>
              <a:rPr lang="en-US" sz="3400" dirty="0"/>
              <a:t>– Firebase backend  </a:t>
            </a:r>
          </a:p>
          <a:p>
            <a:pPr marL="0" indent="0">
              <a:buNone/>
            </a:pPr>
            <a:r>
              <a:rPr lang="en-US" sz="3400" dirty="0"/>
              <a:t> </a:t>
            </a:r>
          </a:p>
          <a:p>
            <a:pPr marL="0" indent="0">
              <a:buNone/>
            </a:pPr>
            <a:r>
              <a:rPr lang="en-US" sz="3400" dirty="0"/>
              <a:t>4. Development  </a:t>
            </a:r>
          </a:p>
          <a:p>
            <a:pPr marL="0" indent="0">
              <a:buNone/>
            </a:pPr>
            <a:r>
              <a:rPr lang="en-US" sz="3400" dirty="0"/>
              <a:t>– Login and map screen  </a:t>
            </a:r>
          </a:p>
          <a:p>
            <a:pPr marL="0" indent="0">
              <a:buNone/>
            </a:pPr>
            <a:r>
              <a:rPr lang="en-US" sz="3400" dirty="0"/>
              <a:t>– Friend list and ping system  </a:t>
            </a:r>
          </a:p>
          <a:p>
            <a:pPr marL="0" indent="0">
              <a:buNone/>
            </a:pPr>
            <a:r>
              <a:rPr lang="en-US" sz="3400" dirty="0"/>
              <a:t>– Live location sharing  </a:t>
            </a:r>
          </a:p>
          <a:p>
            <a:pPr marL="0" indent="0">
              <a:buNone/>
            </a:pPr>
            <a:r>
              <a:rPr lang="en-US" sz="3400" dirty="0"/>
              <a:t>– Indoor and outdoor navigation  </a:t>
            </a:r>
          </a:p>
          <a:p>
            <a:pPr marL="0" indent="0">
              <a:buNone/>
            </a:pPr>
            <a:r>
              <a:rPr lang="en-US" sz="3400" dirty="0"/>
              <a:t>– Offline messaging and pinging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523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FB1D-0390-076C-B31E-ECA18D68F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860E4-02D3-BD51-3085-EC00BFEF2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wifi</a:t>
            </a:r>
            <a:r>
              <a:rPr lang="en-US" dirty="0"/>
              <a:t> RSSI – received signal strength indicator (The stronger the signal, the closer you are to the Wi-Fi router.)                                                 It is measured in decibel milliwatts. Lower the value stronger the strength.                                                                                                                                       It’s usual accuracy is 3-10 meters.</a:t>
            </a:r>
          </a:p>
          <a:p>
            <a:r>
              <a:rPr lang="en-US" dirty="0"/>
              <a:t>BLE beacon - A </a:t>
            </a:r>
            <a:r>
              <a:rPr lang="en-US" b="1" dirty="0"/>
              <a:t>BLE beacon</a:t>
            </a:r>
            <a:r>
              <a:rPr lang="en-US" dirty="0"/>
              <a:t> is a small Bluetooth device that continuously sends out a signal.</a:t>
            </a:r>
            <a:br>
              <a:rPr lang="en-US" dirty="0"/>
            </a:br>
            <a:r>
              <a:rPr lang="en-US" dirty="0"/>
              <a:t>The phone detects that signal and estimates how close it is.                                                    The range is 10-30 meters or 50-100 for high power </a:t>
            </a:r>
            <a:r>
              <a:rPr lang="en-US" dirty="0" err="1"/>
              <a:t>ble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342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1.Existing apps (Google maps, Find my device, Life360, </a:t>
            </a:r>
            <a:r>
              <a:rPr lang="en-IN" dirty="0" err="1"/>
              <a:t>Zenly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US" dirty="0"/>
              <a:t>2. Machine Learning for Context-Aware Mobile Applications        discusses how AI can personalize notifications and predict user   movement.</a:t>
            </a:r>
          </a:p>
          <a:p>
            <a:pPr marL="0" indent="0">
              <a:buNone/>
            </a:pPr>
            <a:r>
              <a:rPr lang="en-IN" dirty="0"/>
              <a:t>3. </a:t>
            </a:r>
            <a:r>
              <a:rPr lang="en-US" dirty="0"/>
              <a:t>Firebase Real-time Database Used for real-time synchronization of user location, group data, and messages. (https://firebase.google.com/docs/database)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Mapbox</a:t>
            </a:r>
            <a:r>
              <a:rPr lang="en-US" dirty="0"/>
              <a:t> Location Services. A mapping and navigation SDK suitable for building custom map interfaces and offline maps.</a:t>
            </a:r>
            <a:r>
              <a:rPr lang="en-US" dirty="0">
                <a:hlinkClick r:id="rId2"/>
              </a:rPr>
              <a:t>( https://www.mapbox.com</a:t>
            </a:r>
            <a:r>
              <a:rPr lang="en-US" dirty="0"/>
              <a:t> 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9615</TotalTime>
  <Words>764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Adelle EB</vt:lpstr>
      <vt:lpstr>Aptos</vt:lpstr>
      <vt:lpstr>Aptos Display</vt:lpstr>
      <vt:lpstr>Arial</vt:lpstr>
      <vt:lpstr>Wingdings</vt:lpstr>
      <vt:lpstr>Office Theme</vt:lpstr>
      <vt:lpstr>&lt; Navizo&gt;</vt:lpstr>
      <vt:lpstr>Outline</vt:lpstr>
      <vt:lpstr>Introduction</vt:lpstr>
      <vt:lpstr>PowerPoint Presentation</vt:lpstr>
      <vt:lpstr>Literature Review</vt:lpstr>
      <vt:lpstr>PowerPoint Presentation</vt:lpstr>
      <vt:lpstr>Problem Statement</vt:lpstr>
      <vt:lpstr>Proposed Solution</vt:lpstr>
      <vt:lpstr>Objectives</vt:lpstr>
      <vt:lpstr>Planning of Work / Proposed Solution</vt:lpstr>
      <vt:lpstr>PowerPoint Presentation</vt:lpstr>
      <vt:lpstr>Navigation System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Pragya Mridu</cp:lastModifiedBy>
  <cp:revision>7</cp:revision>
  <dcterms:created xsi:type="dcterms:W3CDTF">2025-09-29T05:03:41Z</dcterms:created>
  <dcterms:modified xsi:type="dcterms:W3CDTF">2026-02-19T06:00:27Z</dcterms:modified>
</cp:coreProperties>
</file>